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C4B34-D9D9-7B3A-1996-6934019F1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915C3E-15B4-E573-7361-36D983561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6114C-6FB1-03F1-01CD-1249D4E7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81228-1DC5-8C74-FA20-1B0ED91C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AFB455-7E7C-E334-3DD7-91E63B4B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20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A050C-75F8-2F62-EE12-E1BADBC1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EC212-A02C-6F04-FC17-E97D401CF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834F2E-2F63-845F-0077-D567AD2E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4BD853-B5FE-10F8-D4CD-6B34792D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454A43-1280-1D6D-D44B-3E3BD2A4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3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CA430-4499-E046-08C6-8049D6D9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FAC27-3A5E-C8CB-1539-4130B03B2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F1A5B2-F695-D46F-A528-61FCD823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959F04-27E1-B571-BDA0-001DE2ADF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46AFAB-FFEE-CA21-C768-73B9ED33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5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1AF99-57B6-C9F9-2DA0-43E4715E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159D35-5D29-E4AB-C640-1A4E16F4D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D281FA-E4CA-9BCB-7B75-EE3BDDD20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D32960-DA61-97D7-A915-42184A26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DE5168-3FE8-3A9D-268E-264D7BC1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471FFF-066A-FDEC-2D3E-098EA566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52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2D938-D1B7-02E7-8B63-A8BD658C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913C21-7C56-B0E4-4621-B61024FF6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A785C3-6CF5-DD35-380D-77713F355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5D6E6-A016-24AC-80DE-3D3E994E5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CF2E5E-347A-8DC9-4DBF-82AB8D2F6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444FD23-DFC2-A4FF-CF80-AED39AA1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A08633-48D5-8918-1D8A-19D82C77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290609-E6F0-0C9D-9748-89B4AE9E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71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9FAD1-C339-0156-D27E-32CBBB0E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0FD5B5-2D1B-10DE-1019-661F631A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A4D402-415C-4C13-F39A-0594346B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525605-ED69-53C8-77E3-815814E7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71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127053-D803-A5F4-4EB5-C7144D0B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447936E-E1BA-2C70-FA2B-C8A03AC5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979764-B360-8771-45A3-83536038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26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438EB-D6E6-047A-FB5C-1091A84C5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967175-232E-0E83-F134-4D84A690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7064E7-D74A-D5F8-2EAC-5E2DEA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82CFE9-ACA1-D19A-38B1-4C39C024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8A344B-1AA2-5DBC-4B04-F8CF001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C28445-9AD3-E452-F68F-C1DE37B9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70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F96FB-0DF8-3832-83CD-8BB6FB69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598672-14ED-19EE-2180-FC6EDC82E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9DD052-A030-500F-12DB-B743EB9D6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334299-BB29-CC60-6B17-F50B3A05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51054D-B863-A982-6E59-628E9795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DF4362-3BE9-82C4-89C4-D12B529D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63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B0231-2B4A-0B54-F2B3-BBDDC228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B9ADF1-1DF1-94E6-2B0C-4839EB56D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173DC3-FEFA-BEFC-A456-4A88948F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350876-1037-C2B6-985D-D8EE9715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B0D8D-3381-4765-B97B-3BEA5560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31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A3F8F7-F31B-4296-49BD-2B7ED4A0D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7AAF38-2489-0DB4-E51A-BEF20F02A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423137-17A1-076D-6566-DF082EE6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5E7265-383B-6E19-51DE-FB73E15C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57BF1-0D3B-499E-E98B-F5BDF876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76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C5FE2-5FA4-36DB-67AE-058177A6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CFB1B1-C49D-1E2B-12B2-736238885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031324-CD74-657A-7905-77289A372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079B0-2349-4B30-BBEF-A56027E15277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7C9DF4-17DA-7457-4441-35B122AF4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EFD5D-05FD-84D6-C932-26E6076A8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17DF5-4720-4CCD-B655-20C8CACCD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28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515E7-65C2-88FF-4767-90FFA01B3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77F493-B268-B00D-AEAE-1AA7FD0676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5C7C9-ABE6-FD53-F00D-F471813BA50B}"/>
              </a:ext>
            </a:extLst>
          </p:cNvPr>
          <p:cNvSpPr txBox="1"/>
          <p:nvPr/>
        </p:nvSpPr>
        <p:spPr>
          <a:xfrm>
            <a:off x="664464" y="335845"/>
            <a:ext cx="107167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Информатика - новая информационная индустрия и научная дисциплина, связанная с использованием компьютеров и сети Интернет. Развитие бизнеса, образования, промышленности и общества во многом зависит от развития Интернет и новейших электронных технологий.</a:t>
            </a:r>
          </a:p>
          <a:p>
            <a:r>
              <a:rPr lang="ru-RU" dirty="0"/>
              <a:t>Знакомство с Интернет, лучше всего приобрести, работая на компьютере. Для этого нужно иметь компьютер, подключенный к сети, либо доступ к такому компьютеру и путеводитель, позволяющий ориентироваться в этом океане информации.</a:t>
            </a:r>
          </a:p>
          <a:p>
            <a:r>
              <a:rPr lang="ru-RU" dirty="0"/>
              <a:t>За время информатики появилось и погибло четыре поколения компьютеров, больших и малых ЭВМ, большое число самых различных устройств ввода, вывода информации, перфокарт, перфолент и магнитных дисков.</a:t>
            </a:r>
          </a:p>
          <a:p>
            <a:r>
              <a:rPr lang="ru-RU" dirty="0"/>
              <a:t>Ученые предупреждают: полная смена ЭВМ происходила каждые пять-шесть лет и каждые два-три года происходит полная смена программного обеспечения. Не случайно информационные ресурсы Интернет удваиваются два раза в год - идет интенсивное развитие компьютерной индустрии и средств передачи информации.</a:t>
            </a:r>
          </a:p>
          <a:p>
            <a:r>
              <a:rPr lang="ru-RU" dirty="0"/>
              <a:t>Развитые страны уже приближаются к насыщению в развитии компьютерных ресурсов Интернет, предоставляя развивающимся странам доступ к глобальным и национальным информационным ресурсам.</a:t>
            </a:r>
          </a:p>
          <a:p>
            <a:r>
              <a:rPr lang="ru-RU" dirty="0"/>
              <a:t>Академик Глушков еще в начале 80-х годов говорил, что "к началу следующего столетия в развитых странах основная масса информации будет храниться в памяти ЭВМ, а человек XXI века, который не будет уметь пользоваться ЭВМ, будет подобен человеку XX века, не умевшему ни читать, ни писать".</a:t>
            </a:r>
          </a:p>
          <a:p>
            <a:r>
              <a:rPr lang="ru-RU" dirty="0"/>
              <a:t>Любой человек в возрасте от 6 до 65 лет вполне может освоить работу на компьютере и в сети Интернет за считанные дни и часы. Минимальным требованием для освоения компьютерной грамотности является умение читать и писать, а также искать информацию в книгах и каталогах.</a:t>
            </a:r>
          </a:p>
        </p:txBody>
      </p:sp>
    </p:spTree>
    <p:extLst>
      <p:ext uri="{BB962C8B-B14F-4D97-AF65-F5344CB8AC3E}">
        <p14:creationId xmlns:p14="http://schemas.microsoft.com/office/powerpoint/2010/main" val="3020588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Широкоэкранный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Bit Bix</dc:creator>
  <cp:lastModifiedBy>Bit Bix</cp:lastModifiedBy>
  <cp:revision>1</cp:revision>
  <dcterms:created xsi:type="dcterms:W3CDTF">2026-10-30T07:45:28Z</dcterms:created>
  <dcterms:modified xsi:type="dcterms:W3CDTF">2026-10-30T07:45:43Z</dcterms:modified>
</cp:coreProperties>
</file>